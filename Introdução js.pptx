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54" y="4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97b9e42f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97b9e42f7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3e6ecaca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3e6ecacad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eed1fc70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eed1fc70c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5751a2c089ecd38c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5751a2c089ecd38c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eed1fc70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eed1fc70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eed1fc7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eed1fc7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r="9387"/>
          <a:stretch/>
        </p:blipFill>
        <p:spPr>
          <a:xfrm>
            <a:off x="17375" y="11775"/>
            <a:ext cx="655404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839351" y="744575"/>
            <a:ext cx="79929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SW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039275" y="2834125"/>
            <a:ext cx="7792800" cy="21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Sistemas Web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b="1"/>
              <a:t>Professor Rogério Leal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571425" y="11775"/>
            <a:ext cx="590700" cy="564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7282625" y="11775"/>
            <a:ext cx="590700" cy="564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7993825" y="11775"/>
            <a:ext cx="590700" cy="564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8705025" y="11775"/>
            <a:ext cx="590700" cy="564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671126" y="41100"/>
            <a:ext cx="1015200" cy="51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796" y="30450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 rot="-5400000">
            <a:off x="-1863100" y="2662500"/>
            <a:ext cx="446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SW- Sistemas Web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>
            <a:spLocks noGrp="1"/>
          </p:cNvSpPr>
          <p:nvPr>
            <p:ph type="ctrTitle"/>
          </p:nvPr>
        </p:nvSpPr>
        <p:spPr>
          <a:xfrm>
            <a:off x="859750" y="744575"/>
            <a:ext cx="79725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Mudando campo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1024300" y="1476900"/>
            <a:ext cx="7972500" cy="33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200" b="1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52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52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520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52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52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52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52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52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52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52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52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520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52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520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52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52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52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52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Trocar Nome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52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52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52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52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52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52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520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52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lang="pt-BR" sz="52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520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pt-BR" sz="52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520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"nomeExibido"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52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Nome: Visitante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52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52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520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52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pt-BR" sz="52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520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pt-BR" sz="52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520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pt-BR" sz="52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520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pt-BR" sz="52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520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"campoNome"</a:t>
            </a:r>
            <a:r>
              <a:rPr lang="pt-BR" sz="52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520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placeholder</a:t>
            </a:r>
            <a:r>
              <a:rPr lang="pt-BR" sz="52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520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"Digite seu nome"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52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520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52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pt-BR" sz="52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520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onclick</a:t>
            </a:r>
            <a:r>
              <a:rPr lang="pt-BR" sz="52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520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5200" b="1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trocarNome</a:t>
            </a:r>
            <a:r>
              <a:rPr lang="pt-BR" sz="520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()"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52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Enviar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52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52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520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520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520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52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52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52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52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52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614400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2"/>
                </a:solidFill>
              </a:rPr>
              <a:t>Rogério Leal</a:t>
            </a:r>
            <a:endParaRPr sz="700"/>
          </a:p>
        </p:txBody>
      </p:sp>
      <p:sp>
        <p:nvSpPr>
          <p:cNvPr id="76" name="Google Shape;76;p14"/>
          <p:cNvSpPr/>
          <p:nvPr/>
        </p:nvSpPr>
        <p:spPr>
          <a:xfrm>
            <a:off x="996201" y="98625"/>
            <a:ext cx="1015200" cy="516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5871" y="87975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 rot="-5400000">
            <a:off x="-1863100" y="2662500"/>
            <a:ext cx="446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SW- Sistemas Web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>
            <a:spLocks noGrp="1"/>
          </p:cNvSpPr>
          <p:nvPr>
            <p:ph type="ctrTitle"/>
          </p:nvPr>
        </p:nvSpPr>
        <p:spPr>
          <a:xfrm>
            <a:off x="859750" y="744575"/>
            <a:ext cx="79725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Mudando campo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85" name="Google Shape;85;p15"/>
          <p:cNvSpPr txBox="1">
            <a:spLocks noGrp="1"/>
          </p:cNvSpPr>
          <p:nvPr>
            <p:ph type="subTitle" idx="1"/>
          </p:nvPr>
        </p:nvSpPr>
        <p:spPr>
          <a:xfrm>
            <a:off x="799275" y="1492975"/>
            <a:ext cx="7972500" cy="29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82" b="1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32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732" b="1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trocarNome</a:t>
            </a: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732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732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732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nome</a:t>
            </a: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732" b="1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732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732" b="1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getElementById</a:t>
            </a: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732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"campoNome"</a:t>
            </a: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pt-BR" sz="1732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32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732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732" b="1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getElementById</a:t>
            </a: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732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"nomeExibido"</a:t>
            </a: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pt-BR" sz="1732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innerText</a:t>
            </a: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732" b="1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732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"Nome: "</a:t>
            </a: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732" b="1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732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nome</a:t>
            </a: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32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32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732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614400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2"/>
                </a:solidFill>
              </a:rPr>
              <a:t>Rogério Leal</a:t>
            </a:r>
            <a:endParaRPr sz="700"/>
          </a:p>
        </p:txBody>
      </p:sp>
      <p:sp>
        <p:nvSpPr>
          <p:cNvPr id="91" name="Google Shape;91;p15"/>
          <p:cNvSpPr/>
          <p:nvPr/>
        </p:nvSpPr>
        <p:spPr>
          <a:xfrm>
            <a:off x="996201" y="98625"/>
            <a:ext cx="1015200" cy="516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5871" y="87975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 rot="-5400000">
            <a:off x="-1863100" y="2662500"/>
            <a:ext cx="446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SW- Sistemas Web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>
            <a:spLocks noGrp="1"/>
          </p:cNvSpPr>
          <p:nvPr>
            <p:ph type="ctrTitle"/>
          </p:nvPr>
        </p:nvSpPr>
        <p:spPr>
          <a:xfrm>
            <a:off x="859750" y="744575"/>
            <a:ext cx="79725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Mudando campo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100" name="Google Shape;100;p16"/>
          <p:cNvSpPr txBox="1">
            <a:spLocks noGrp="1"/>
          </p:cNvSpPr>
          <p:nvPr>
            <p:ph type="subTitle" idx="1"/>
          </p:nvPr>
        </p:nvSpPr>
        <p:spPr>
          <a:xfrm>
            <a:off x="1024300" y="1476900"/>
            <a:ext cx="79725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440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44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44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44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440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440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44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Soma com Float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44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44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44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440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440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"resultado"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Resultado: 0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44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440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440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440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440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"num1"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440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placeholder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440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"Digite o primeiro número"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44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&gt;&lt;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44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440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440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440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440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"num2"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440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placeholder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440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"Digite o segundo número"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44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&gt;&lt;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44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440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onclick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440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4400" b="1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somar</a:t>
            </a:r>
            <a:r>
              <a:rPr lang="pt-BR" sz="440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()"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440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Somar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44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44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440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440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440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6144000" y="4635600"/>
            <a:ext cx="30000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2"/>
                </a:solidFill>
              </a:rPr>
              <a:t>Rogério Leal</a:t>
            </a:r>
            <a:endParaRPr sz="700"/>
          </a:p>
        </p:txBody>
      </p:sp>
      <p:sp>
        <p:nvSpPr>
          <p:cNvPr id="106" name="Google Shape;106;p16"/>
          <p:cNvSpPr/>
          <p:nvPr/>
        </p:nvSpPr>
        <p:spPr>
          <a:xfrm>
            <a:off x="996201" y="98625"/>
            <a:ext cx="1015200" cy="516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5871" y="87975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 rot="-5400000">
            <a:off x="-1863100" y="2662500"/>
            <a:ext cx="446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SW- Sistemas Web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>
            <a:spLocks noGrp="1"/>
          </p:cNvSpPr>
          <p:nvPr>
            <p:ph type="ctrTitle"/>
          </p:nvPr>
        </p:nvSpPr>
        <p:spPr>
          <a:xfrm>
            <a:off x="859750" y="744575"/>
            <a:ext cx="79725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Mudando campo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subTitle" idx="1"/>
          </p:nvPr>
        </p:nvSpPr>
        <p:spPr>
          <a:xfrm>
            <a:off x="1024300" y="1476900"/>
            <a:ext cx="79725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 b="1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somar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45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5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numero1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 b="1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 b="1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parseFloat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45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 b="1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getElementById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45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"num1"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pt-BR" sz="145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5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numero2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 b="1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 b="1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parseFloat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45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 b="1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getElementById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45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"num2"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pt-BR" sz="145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5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5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soma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 b="1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numero1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 b="1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numero2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5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5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 b="1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getElementById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45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"resultado"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pt-BR" sz="145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innerText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 b="1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"Resultado: "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 b="1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soma</a:t>
            </a: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50" b="1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chemeClr val="lt2"/>
              </a:solidFill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614400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2"/>
                </a:solidFill>
              </a:rPr>
              <a:t>Rogério Leal</a:t>
            </a:r>
            <a:endParaRPr sz="700"/>
          </a:p>
        </p:txBody>
      </p:sp>
      <p:sp>
        <p:nvSpPr>
          <p:cNvPr id="121" name="Google Shape;121;p17"/>
          <p:cNvSpPr/>
          <p:nvPr/>
        </p:nvSpPr>
        <p:spPr>
          <a:xfrm>
            <a:off x="996201" y="98625"/>
            <a:ext cx="1015200" cy="516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5871" y="87975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 rot="-5400000">
            <a:off x="-1863100" y="2662500"/>
            <a:ext cx="446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SW- Sistemas Web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 txBox="1">
            <a:spLocks noGrp="1"/>
          </p:cNvSpPr>
          <p:nvPr>
            <p:ph type="ctrTitle"/>
          </p:nvPr>
        </p:nvSpPr>
        <p:spPr>
          <a:xfrm>
            <a:off x="859750" y="744575"/>
            <a:ext cx="79725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IMC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614400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2"/>
                </a:solidFill>
              </a:rPr>
              <a:t>Rogério Leal</a:t>
            </a:r>
            <a:endParaRPr sz="700"/>
          </a:p>
        </p:txBody>
      </p:sp>
      <p:sp>
        <p:nvSpPr>
          <p:cNvPr id="135" name="Google Shape;135;p18"/>
          <p:cNvSpPr/>
          <p:nvPr/>
        </p:nvSpPr>
        <p:spPr>
          <a:xfrm>
            <a:off x="996201" y="98625"/>
            <a:ext cx="1015200" cy="516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6" name="Google Shape;13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5871" y="87975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 rot="-5400000">
            <a:off x="-1863100" y="2662500"/>
            <a:ext cx="446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SW- Sistemas Web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138" name="Google Shape;13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5868" y="2684275"/>
            <a:ext cx="4973982" cy="18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6400" y="1913288"/>
            <a:ext cx="2838450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</Words>
  <Application>Microsoft Office PowerPoint</Application>
  <PresentationFormat>Apresentação na tela (16:9)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Courier New</vt:lpstr>
      <vt:lpstr>Simple Light</vt:lpstr>
      <vt:lpstr>SW</vt:lpstr>
      <vt:lpstr>Mudando campo</vt:lpstr>
      <vt:lpstr>Mudando campo</vt:lpstr>
      <vt:lpstr>Mudando campo</vt:lpstr>
      <vt:lpstr>Mudando campo</vt:lpstr>
      <vt:lpstr>IMC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</dc:title>
  <cp:lastModifiedBy>LAB4</cp:lastModifiedBy>
  <cp:revision>1</cp:revision>
  <dcterms:modified xsi:type="dcterms:W3CDTF">2026-03-11T11:45:57Z</dcterms:modified>
</cp:coreProperties>
</file>